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JASO Sans" panose="020B0600000101010101" charset="-127"/>
      <p:regular r:id="rId6"/>
    </p:embeddedFont>
    <p:embeddedFont>
      <p:font typeface="무궁화 고딕" panose="020B0600000101010101" charset="-127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B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412643"/>
            <a:ext cx="16230600" cy="8419624"/>
          </a:xfrm>
          <a:custGeom>
            <a:avLst/>
            <a:gdLst/>
            <a:ahLst/>
            <a:cxnLst/>
            <a:rect l="l" t="t" r="r" b="b"/>
            <a:pathLst>
              <a:path w="16230600" h="8419624">
                <a:moveTo>
                  <a:pt x="0" y="0"/>
                </a:moveTo>
                <a:lnTo>
                  <a:pt x="16230600" y="0"/>
                </a:lnTo>
                <a:lnTo>
                  <a:pt x="16230600" y="8419623"/>
                </a:lnTo>
                <a:lnTo>
                  <a:pt x="0" y="841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38192"/>
            <a:ext cx="4014350" cy="82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8"/>
              </a:lnSpc>
              <a:spcBef>
                <a:spcPct val="0"/>
              </a:spcBef>
            </a:pPr>
            <a:r>
              <a:rPr lang="en-US" sz="4734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개발 진행 상황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929235" y="1516380"/>
            <a:ext cx="245745" cy="501968"/>
            <a:chOff x="0" y="0"/>
            <a:chExt cx="327660" cy="669290"/>
          </a:xfrm>
        </p:grpSpPr>
        <p:sp>
          <p:nvSpPr>
            <p:cNvPr id="5" name="Freeform 5"/>
            <p:cNvSpPr/>
            <p:nvPr/>
          </p:nvSpPr>
          <p:spPr>
            <a:xfrm>
              <a:off x="48260" y="48260"/>
              <a:ext cx="228600" cy="572770"/>
            </a:xfrm>
            <a:custGeom>
              <a:avLst/>
              <a:gdLst/>
              <a:ahLst/>
              <a:cxnLst/>
              <a:rect l="l" t="t" r="r" b="b"/>
              <a:pathLst>
                <a:path w="228600" h="572770">
                  <a:moveTo>
                    <a:pt x="228600" y="80010"/>
                  </a:moveTo>
                  <a:cubicBezTo>
                    <a:pt x="220980" y="207010"/>
                    <a:pt x="170180" y="312420"/>
                    <a:pt x="170180" y="367030"/>
                  </a:cubicBezTo>
                  <a:cubicBezTo>
                    <a:pt x="168910" y="401320"/>
                    <a:pt x="194310" y="421640"/>
                    <a:pt x="190500" y="450850"/>
                  </a:cubicBezTo>
                  <a:cubicBezTo>
                    <a:pt x="186690" y="485140"/>
                    <a:pt x="161290" y="537210"/>
                    <a:pt x="135890" y="554990"/>
                  </a:cubicBezTo>
                  <a:cubicBezTo>
                    <a:pt x="114300" y="570230"/>
                    <a:pt x="78740" y="572770"/>
                    <a:pt x="58420" y="566420"/>
                  </a:cubicBezTo>
                  <a:cubicBezTo>
                    <a:pt x="40640" y="562610"/>
                    <a:pt x="25400" y="547370"/>
                    <a:pt x="16510" y="533400"/>
                  </a:cubicBezTo>
                  <a:cubicBezTo>
                    <a:pt x="7620" y="519430"/>
                    <a:pt x="0" y="500380"/>
                    <a:pt x="2540" y="482600"/>
                  </a:cubicBezTo>
                  <a:cubicBezTo>
                    <a:pt x="6350" y="461010"/>
                    <a:pt x="24130" y="427990"/>
                    <a:pt x="44450" y="416560"/>
                  </a:cubicBezTo>
                  <a:cubicBezTo>
                    <a:pt x="63500" y="405130"/>
                    <a:pt x="101600" y="405130"/>
                    <a:pt x="121920" y="412750"/>
                  </a:cubicBezTo>
                  <a:cubicBezTo>
                    <a:pt x="138430" y="419100"/>
                    <a:pt x="153670" y="434340"/>
                    <a:pt x="160020" y="450850"/>
                  </a:cubicBezTo>
                  <a:cubicBezTo>
                    <a:pt x="167640" y="469900"/>
                    <a:pt x="167640" y="508000"/>
                    <a:pt x="158750" y="528320"/>
                  </a:cubicBezTo>
                  <a:cubicBezTo>
                    <a:pt x="151130" y="544830"/>
                    <a:pt x="134620" y="557530"/>
                    <a:pt x="119380" y="563880"/>
                  </a:cubicBezTo>
                  <a:cubicBezTo>
                    <a:pt x="104140" y="571500"/>
                    <a:pt x="83820" y="572770"/>
                    <a:pt x="67310" y="568960"/>
                  </a:cubicBezTo>
                  <a:cubicBezTo>
                    <a:pt x="50800" y="565150"/>
                    <a:pt x="33020" y="553720"/>
                    <a:pt x="21590" y="541020"/>
                  </a:cubicBezTo>
                  <a:cubicBezTo>
                    <a:pt x="11430" y="528320"/>
                    <a:pt x="2540" y="509270"/>
                    <a:pt x="2540" y="491490"/>
                  </a:cubicBezTo>
                  <a:cubicBezTo>
                    <a:pt x="3810" y="469900"/>
                    <a:pt x="39370" y="424180"/>
                    <a:pt x="36830" y="421640"/>
                  </a:cubicBezTo>
                  <a:cubicBezTo>
                    <a:pt x="35560" y="420370"/>
                    <a:pt x="27940" y="430530"/>
                    <a:pt x="24130" y="429260"/>
                  </a:cubicBezTo>
                  <a:cubicBezTo>
                    <a:pt x="17780" y="425450"/>
                    <a:pt x="22860" y="372110"/>
                    <a:pt x="27940" y="335280"/>
                  </a:cubicBezTo>
                  <a:cubicBezTo>
                    <a:pt x="35560" y="284480"/>
                    <a:pt x="63500" y="207010"/>
                    <a:pt x="72390" y="153670"/>
                  </a:cubicBezTo>
                  <a:cubicBezTo>
                    <a:pt x="78740" y="113030"/>
                    <a:pt x="71120" y="67310"/>
                    <a:pt x="81280" y="43180"/>
                  </a:cubicBezTo>
                  <a:cubicBezTo>
                    <a:pt x="87630" y="29210"/>
                    <a:pt x="95250" y="21590"/>
                    <a:pt x="105410" y="15240"/>
                  </a:cubicBezTo>
                  <a:cubicBezTo>
                    <a:pt x="119380" y="7620"/>
                    <a:pt x="142240" y="0"/>
                    <a:pt x="160020" y="2540"/>
                  </a:cubicBezTo>
                  <a:cubicBezTo>
                    <a:pt x="176530" y="3810"/>
                    <a:pt x="196850" y="15240"/>
                    <a:pt x="209550" y="27940"/>
                  </a:cubicBezTo>
                  <a:cubicBezTo>
                    <a:pt x="220980" y="40640"/>
                    <a:pt x="228600" y="80010"/>
                    <a:pt x="228600" y="8001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2961620" y="1542098"/>
            <a:ext cx="240983" cy="393382"/>
            <a:chOff x="0" y="0"/>
            <a:chExt cx="321310" cy="524510"/>
          </a:xfrm>
        </p:grpSpPr>
        <p:sp>
          <p:nvSpPr>
            <p:cNvPr id="7" name="Freeform 7"/>
            <p:cNvSpPr/>
            <p:nvPr/>
          </p:nvSpPr>
          <p:spPr>
            <a:xfrm>
              <a:off x="41910" y="38100"/>
              <a:ext cx="237490" cy="438150"/>
            </a:xfrm>
            <a:custGeom>
              <a:avLst/>
              <a:gdLst/>
              <a:ahLst/>
              <a:cxnLst/>
              <a:rect l="l" t="t" r="r" b="b"/>
              <a:pathLst>
                <a:path w="237490" h="438150">
                  <a:moveTo>
                    <a:pt x="68580" y="36830"/>
                  </a:moveTo>
                  <a:cubicBezTo>
                    <a:pt x="100330" y="12700"/>
                    <a:pt x="163830" y="0"/>
                    <a:pt x="187960" y="12700"/>
                  </a:cubicBezTo>
                  <a:cubicBezTo>
                    <a:pt x="209550" y="24130"/>
                    <a:pt x="222250" y="50800"/>
                    <a:pt x="228600" y="78740"/>
                  </a:cubicBezTo>
                  <a:cubicBezTo>
                    <a:pt x="237490" y="121920"/>
                    <a:pt x="218440" y="203200"/>
                    <a:pt x="208280" y="248920"/>
                  </a:cubicBezTo>
                  <a:cubicBezTo>
                    <a:pt x="200660" y="279400"/>
                    <a:pt x="195580" y="316230"/>
                    <a:pt x="177800" y="322580"/>
                  </a:cubicBezTo>
                  <a:cubicBezTo>
                    <a:pt x="160020" y="330200"/>
                    <a:pt x="125730" y="288290"/>
                    <a:pt x="99060" y="287020"/>
                  </a:cubicBezTo>
                  <a:cubicBezTo>
                    <a:pt x="73660" y="287020"/>
                    <a:pt x="29210" y="325120"/>
                    <a:pt x="24130" y="318770"/>
                  </a:cubicBezTo>
                  <a:cubicBezTo>
                    <a:pt x="17780" y="312420"/>
                    <a:pt x="43180" y="264160"/>
                    <a:pt x="63500" y="254000"/>
                  </a:cubicBezTo>
                  <a:cubicBezTo>
                    <a:pt x="83820" y="242570"/>
                    <a:pt x="123190" y="245110"/>
                    <a:pt x="147320" y="255270"/>
                  </a:cubicBezTo>
                  <a:cubicBezTo>
                    <a:pt x="168910" y="264160"/>
                    <a:pt x="195580" y="284480"/>
                    <a:pt x="201930" y="308610"/>
                  </a:cubicBezTo>
                  <a:cubicBezTo>
                    <a:pt x="209550" y="336550"/>
                    <a:pt x="194310" y="400050"/>
                    <a:pt x="172720" y="419100"/>
                  </a:cubicBezTo>
                  <a:cubicBezTo>
                    <a:pt x="154940" y="435610"/>
                    <a:pt x="115570" y="438150"/>
                    <a:pt x="93980" y="429260"/>
                  </a:cubicBezTo>
                  <a:cubicBezTo>
                    <a:pt x="71120" y="421640"/>
                    <a:pt x="45720" y="392430"/>
                    <a:pt x="40640" y="369570"/>
                  </a:cubicBezTo>
                  <a:cubicBezTo>
                    <a:pt x="34290" y="346710"/>
                    <a:pt x="44450" y="309880"/>
                    <a:pt x="59690" y="292100"/>
                  </a:cubicBezTo>
                  <a:cubicBezTo>
                    <a:pt x="76200" y="274320"/>
                    <a:pt x="113030" y="262890"/>
                    <a:pt x="135890" y="264160"/>
                  </a:cubicBezTo>
                  <a:cubicBezTo>
                    <a:pt x="153670" y="265430"/>
                    <a:pt x="172720" y="276860"/>
                    <a:pt x="184150" y="289560"/>
                  </a:cubicBezTo>
                  <a:cubicBezTo>
                    <a:pt x="196850" y="300990"/>
                    <a:pt x="208280" y="320040"/>
                    <a:pt x="208280" y="337820"/>
                  </a:cubicBezTo>
                  <a:cubicBezTo>
                    <a:pt x="209550" y="360680"/>
                    <a:pt x="195580" y="397510"/>
                    <a:pt x="180340" y="414020"/>
                  </a:cubicBezTo>
                  <a:cubicBezTo>
                    <a:pt x="167640" y="426720"/>
                    <a:pt x="148590" y="435610"/>
                    <a:pt x="129540" y="434340"/>
                  </a:cubicBezTo>
                  <a:cubicBezTo>
                    <a:pt x="107950" y="434340"/>
                    <a:pt x="71120" y="421640"/>
                    <a:pt x="57150" y="402590"/>
                  </a:cubicBezTo>
                  <a:cubicBezTo>
                    <a:pt x="41910" y="384810"/>
                    <a:pt x="36830" y="345440"/>
                    <a:pt x="41910" y="323850"/>
                  </a:cubicBezTo>
                  <a:cubicBezTo>
                    <a:pt x="45720" y="306070"/>
                    <a:pt x="66040" y="278130"/>
                    <a:pt x="73660" y="279400"/>
                  </a:cubicBezTo>
                  <a:cubicBezTo>
                    <a:pt x="85090" y="281940"/>
                    <a:pt x="67310" y="373380"/>
                    <a:pt x="87630" y="391160"/>
                  </a:cubicBezTo>
                  <a:cubicBezTo>
                    <a:pt x="105410" y="406400"/>
                    <a:pt x="175260" y="384810"/>
                    <a:pt x="176530" y="392430"/>
                  </a:cubicBezTo>
                  <a:cubicBezTo>
                    <a:pt x="177800" y="398780"/>
                    <a:pt x="118110" y="436880"/>
                    <a:pt x="91440" y="431800"/>
                  </a:cubicBezTo>
                  <a:cubicBezTo>
                    <a:pt x="62230" y="426720"/>
                    <a:pt x="19050" y="379730"/>
                    <a:pt x="8890" y="350520"/>
                  </a:cubicBezTo>
                  <a:cubicBezTo>
                    <a:pt x="0" y="326390"/>
                    <a:pt x="8890" y="300990"/>
                    <a:pt x="19050" y="271780"/>
                  </a:cubicBezTo>
                  <a:cubicBezTo>
                    <a:pt x="33020" y="228600"/>
                    <a:pt x="72390" y="143510"/>
                    <a:pt x="109220" y="123190"/>
                  </a:cubicBezTo>
                  <a:cubicBezTo>
                    <a:pt x="135890" y="107950"/>
                    <a:pt x="196850" y="114300"/>
                    <a:pt x="199390" y="121920"/>
                  </a:cubicBezTo>
                  <a:cubicBezTo>
                    <a:pt x="201930" y="129540"/>
                    <a:pt x="158750" y="160020"/>
                    <a:pt x="138430" y="163830"/>
                  </a:cubicBezTo>
                  <a:cubicBezTo>
                    <a:pt x="120650" y="166370"/>
                    <a:pt x="99060" y="161290"/>
                    <a:pt x="85090" y="151130"/>
                  </a:cubicBezTo>
                  <a:cubicBezTo>
                    <a:pt x="71120" y="142240"/>
                    <a:pt x="57150" y="124460"/>
                    <a:pt x="53340" y="106680"/>
                  </a:cubicBezTo>
                  <a:cubicBezTo>
                    <a:pt x="49530" y="86360"/>
                    <a:pt x="68580" y="36830"/>
                    <a:pt x="68580" y="3683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521565" y="1626870"/>
            <a:ext cx="323850" cy="235267"/>
            <a:chOff x="0" y="0"/>
            <a:chExt cx="431800" cy="313690"/>
          </a:xfrm>
        </p:grpSpPr>
        <p:sp>
          <p:nvSpPr>
            <p:cNvPr id="9" name="Freeform 9"/>
            <p:cNvSpPr/>
            <p:nvPr/>
          </p:nvSpPr>
          <p:spPr>
            <a:xfrm>
              <a:off x="31750" y="48260"/>
              <a:ext cx="349250" cy="212090"/>
            </a:xfrm>
            <a:custGeom>
              <a:avLst/>
              <a:gdLst/>
              <a:ahLst/>
              <a:cxnLst/>
              <a:rect l="l" t="t" r="r" b="b"/>
              <a:pathLst>
                <a:path w="349250" h="212090">
                  <a:moveTo>
                    <a:pt x="200660" y="173990"/>
                  </a:moveTo>
                  <a:cubicBezTo>
                    <a:pt x="71120" y="212090"/>
                    <a:pt x="34290" y="196850"/>
                    <a:pt x="19050" y="172720"/>
                  </a:cubicBezTo>
                  <a:cubicBezTo>
                    <a:pt x="0" y="142240"/>
                    <a:pt x="0" y="57150"/>
                    <a:pt x="19050" y="30480"/>
                  </a:cubicBezTo>
                  <a:cubicBezTo>
                    <a:pt x="34290" y="10160"/>
                    <a:pt x="68580" y="8890"/>
                    <a:pt x="93980" y="3810"/>
                  </a:cubicBezTo>
                  <a:cubicBezTo>
                    <a:pt x="118110" y="0"/>
                    <a:pt x="140970" y="0"/>
                    <a:pt x="170180" y="2540"/>
                  </a:cubicBezTo>
                  <a:cubicBezTo>
                    <a:pt x="210820" y="6350"/>
                    <a:pt x="284480" y="6350"/>
                    <a:pt x="313690" y="29210"/>
                  </a:cubicBezTo>
                  <a:cubicBezTo>
                    <a:pt x="335280" y="45720"/>
                    <a:pt x="349250" y="76200"/>
                    <a:pt x="347980" y="99060"/>
                  </a:cubicBezTo>
                  <a:cubicBezTo>
                    <a:pt x="347980" y="121920"/>
                    <a:pt x="328930" y="154940"/>
                    <a:pt x="309880" y="167640"/>
                  </a:cubicBezTo>
                  <a:cubicBezTo>
                    <a:pt x="289560" y="180340"/>
                    <a:pt x="251460" y="181610"/>
                    <a:pt x="231140" y="173990"/>
                  </a:cubicBezTo>
                  <a:cubicBezTo>
                    <a:pt x="214630" y="168910"/>
                    <a:pt x="199390" y="152400"/>
                    <a:pt x="191770" y="138430"/>
                  </a:cubicBezTo>
                  <a:cubicBezTo>
                    <a:pt x="182880" y="123190"/>
                    <a:pt x="179070" y="102870"/>
                    <a:pt x="181610" y="85090"/>
                  </a:cubicBezTo>
                  <a:cubicBezTo>
                    <a:pt x="184150" y="68580"/>
                    <a:pt x="193040" y="49530"/>
                    <a:pt x="205740" y="38100"/>
                  </a:cubicBezTo>
                  <a:cubicBezTo>
                    <a:pt x="217170" y="25400"/>
                    <a:pt x="234950" y="15240"/>
                    <a:pt x="252730" y="13970"/>
                  </a:cubicBezTo>
                  <a:cubicBezTo>
                    <a:pt x="275590" y="12700"/>
                    <a:pt x="311150" y="24130"/>
                    <a:pt x="327660" y="40640"/>
                  </a:cubicBezTo>
                  <a:cubicBezTo>
                    <a:pt x="342900" y="58420"/>
                    <a:pt x="349250" y="96520"/>
                    <a:pt x="345440" y="116840"/>
                  </a:cubicBezTo>
                  <a:cubicBezTo>
                    <a:pt x="342900" y="134620"/>
                    <a:pt x="330200" y="152400"/>
                    <a:pt x="317500" y="162560"/>
                  </a:cubicBezTo>
                  <a:cubicBezTo>
                    <a:pt x="303530" y="172720"/>
                    <a:pt x="288290" y="179070"/>
                    <a:pt x="266700" y="180340"/>
                  </a:cubicBezTo>
                  <a:cubicBezTo>
                    <a:pt x="227330" y="184150"/>
                    <a:pt x="124460" y="176530"/>
                    <a:pt x="100330" y="147320"/>
                  </a:cubicBezTo>
                  <a:cubicBezTo>
                    <a:pt x="83820" y="124460"/>
                    <a:pt x="90170" y="67310"/>
                    <a:pt x="104140" y="48260"/>
                  </a:cubicBezTo>
                  <a:cubicBezTo>
                    <a:pt x="116840" y="31750"/>
                    <a:pt x="147320" y="25400"/>
                    <a:pt x="167640" y="27940"/>
                  </a:cubicBezTo>
                  <a:cubicBezTo>
                    <a:pt x="189230" y="29210"/>
                    <a:pt x="218440" y="44450"/>
                    <a:pt x="229870" y="62230"/>
                  </a:cubicBezTo>
                  <a:cubicBezTo>
                    <a:pt x="241300" y="80010"/>
                    <a:pt x="243840" y="114300"/>
                    <a:pt x="237490" y="133350"/>
                  </a:cubicBezTo>
                  <a:cubicBezTo>
                    <a:pt x="232410" y="149860"/>
                    <a:pt x="200660" y="173990"/>
                    <a:pt x="200660" y="17399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521565" y="1564958"/>
            <a:ext cx="266700" cy="212408"/>
            <a:chOff x="0" y="0"/>
            <a:chExt cx="355600" cy="283210"/>
          </a:xfrm>
        </p:grpSpPr>
        <p:sp>
          <p:nvSpPr>
            <p:cNvPr id="11" name="Freeform 11"/>
            <p:cNvSpPr/>
            <p:nvPr/>
          </p:nvSpPr>
          <p:spPr>
            <a:xfrm>
              <a:off x="45720" y="49530"/>
              <a:ext cx="262890" cy="184150"/>
            </a:xfrm>
            <a:custGeom>
              <a:avLst/>
              <a:gdLst/>
              <a:ahLst/>
              <a:cxnLst/>
              <a:rect l="l" t="t" r="r" b="b"/>
              <a:pathLst>
                <a:path w="262890" h="184150">
                  <a:moveTo>
                    <a:pt x="48260" y="35560"/>
                  </a:moveTo>
                  <a:cubicBezTo>
                    <a:pt x="196850" y="1270"/>
                    <a:pt x="214630" y="6350"/>
                    <a:pt x="228600" y="16510"/>
                  </a:cubicBezTo>
                  <a:cubicBezTo>
                    <a:pt x="242570" y="26670"/>
                    <a:pt x="255270" y="48260"/>
                    <a:pt x="259080" y="63500"/>
                  </a:cubicBezTo>
                  <a:cubicBezTo>
                    <a:pt x="262890" y="76200"/>
                    <a:pt x="262890" y="88900"/>
                    <a:pt x="257810" y="101600"/>
                  </a:cubicBezTo>
                  <a:cubicBezTo>
                    <a:pt x="250190" y="118110"/>
                    <a:pt x="227330" y="147320"/>
                    <a:pt x="207010" y="153670"/>
                  </a:cubicBezTo>
                  <a:cubicBezTo>
                    <a:pt x="186690" y="161290"/>
                    <a:pt x="149860" y="153670"/>
                    <a:pt x="132080" y="139700"/>
                  </a:cubicBezTo>
                  <a:cubicBezTo>
                    <a:pt x="115570" y="127000"/>
                    <a:pt x="104140" y="92710"/>
                    <a:pt x="104140" y="72390"/>
                  </a:cubicBezTo>
                  <a:cubicBezTo>
                    <a:pt x="104140" y="55880"/>
                    <a:pt x="113030" y="38100"/>
                    <a:pt x="124460" y="26670"/>
                  </a:cubicBezTo>
                  <a:cubicBezTo>
                    <a:pt x="134620" y="15240"/>
                    <a:pt x="151130" y="3810"/>
                    <a:pt x="167640" y="2540"/>
                  </a:cubicBezTo>
                  <a:cubicBezTo>
                    <a:pt x="187960" y="0"/>
                    <a:pt x="223520" y="8890"/>
                    <a:pt x="238760" y="24130"/>
                  </a:cubicBezTo>
                  <a:cubicBezTo>
                    <a:pt x="254000" y="40640"/>
                    <a:pt x="262890" y="73660"/>
                    <a:pt x="259080" y="95250"/>
                  </a:cubicBezTo>
                  <a:cubicBezTo>
                    <a:pt x="255270" y="116840"/>
                    <a:pt x="232410" y="143510"/>
                    <a:pt x="212090" y="152400"/>
                  </a:cubicBezTo>
                  <a:cubicBezTo>
                    <a:pt x="191770" y="160020"/>
                    <a:pt x="157480" y="157480"/>
                    <a:pt x="139700" y="144780"/>
                  </a:cubicBezTo>
                  <a:cubicBezTo>
                    <a:pt x="120650" y="133350"/>
                    <a:pt x="104140" y="102870"/>
                    <a:pt x="104140" y="81280"/>
                  </a:cubicBezTo>
                  <a:cubicBezTo>
                    <a:pt x="102870" y="58420"/>
                    <a:pt x="121920" y="27940"/>
                    <a:pt x="137160" y="15240"/>
                  </a:cubicBezTo>
                  <a:cubicBezTo>
                    <a:pt x="149860" y="5080"/>
                    <a:pt x="185420" y="2540"/>
                    <a:pt x="185420" y="1270"/>
                  </a:cubicBezTo>
                  <a:cubicBezTo>
                    <a:pt x="185420" y="0"/>
                    <a:pt x="157480" y="3810"/>
                    <a:pt x="157480" y="5080"/>
                  </a:cubicBezTo>
                  <a:cubicBezTo>
                    <a:pt x="157480" y="7620"/>
                    <a:pt x="212090" y="5080"/>
                    <a:pt x="228600" y="16510"/>
                  </a:cubicBezTo>
                  <a:cubicBezTo>
                    <a:pt x="243840" y="26670"/>
                    <a:pt x="256540" y="45720"/>
                    <a:pt x="259080" y="63500"/>
                  </a:cubicBezTo>
                  <a:cubicBezTo>
                    <a:pt x="261620" y="83820"/>
                    <a:pt x="256540" y="115570"/>
                    <a:pt x="238760" y="133350"/>
                  </a:cubicBezTo>
                  <a:cubicBezTo>
                    <a:pt x="213360" y="160020"/>
                    <a:pt x="129540" y="180340"/>
                    <a:pt x="92710" y="182880"/>
                  </a:cubicBezTo>
                  <a:cubicBezTo>
                    <a:pt x="71120" y="184150"/>
                    <a:pt x="53340" y="181610"/>
                    <a:pt x="39370" y="171450"/>
                  </a:cubicBezTo>
                  <a:cubicBezTo>
                    <a:pt x="24130" y="162560"/>
                    <a:pt x="10160" y="144780"/>
                    <a:pt x="5080" y="128270"/>
                  </a:cubicBezTo>
                  <a:cubicBezTo>
                    <a:pt x="0" y="111760"/>
                    <a:pt x="2540" y="88900"/>
                    <a:pt x="8890" y="73660"/>
                  </a:cubicBezTo>
                  <a:cubicBezTo>
                    <a:pt x="16510" y="58420"/>
                    <a:pt x="48260" y="35560"/>
                    <a:pt x="48260" y="3556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524422" y="1543050"/>
            <a:ext cx="435293" cy="220980"/>
            <a:chOff x="0" y="0"/>
            <a:chExt cx="580390" cy="294640"/>
          </a:xfrm>
        </p:grpSpPr>
        <p:sp>
          <p:nvSpPr>
            <p:cNvPr id="13" name="Freeform 13"/>
            <p:cNvSpPr/>
            <p:nvPr/>
          </p:nvSpPr>
          <p:spPr>
            <a:xfrm>
              <a:off x="49530" y="45720"/>
              <a:ext cx="483870" cy="213360"/>
            </a:xfrm>
            <a:custGeom>
              <a:avLst/>
              <a:gdLst/>
              <a:ahLst/>
              <a:cxnLst/>
              <a:rect l="l" t="t" r="r" b="b"/>
              <a:pathLst>
                <a:path w="483870" h="213360">
                  <a:moveTo>
                    <a:pt x="87630" y="5080"/>
                  </a:moveTo>
                  <a:cubicBezTo>
                    <a:pt x="212090" y="30480"/>
                    <a:pt x="219710" y="36830"/>
                    <a:pt x="227330" y="48260"/>
                  </a:cubicBezTo>
                  <a:cubicBezTo>
                    <a:pt x="234950" y="62230"/>
                    <a:pt x="243840" y="85090"/>
                    <a:pt x="242570" y="102870"/>
                  </a:cubicBezTo>
                  <a:cubicBezTo>
                    <a:pt x="240030" y="119380"/>
                    <a:pt x="228600" y="140970"/>
                    <a:pt x="217170" y="152400"/>
                  </a:cubicBezTo>
                  <a:cubicBezTo>
                    <a:pt x="208280" y="162560"/>
                    <a:pt x="199390" y="167640"/>
                    <a:pt x="184150" y="171450"/>
                  </a:cubicBezTo>
                  <a:cubicBezTo>
                    <a:pt x="157480" y="179070"/>
                    <a:pt x="93980" y="181610"/>
                    <a:pt x="64770" y="172720"/>
                  </a:cubicBezTo>
                  <a:cubicBezTo>
                    <a:pt x="44450" y="166370"/>
                    <a:pt x="26670" y="156210"/>
                    <a:pt x="16510" y="140970"/>
                  </a:cubicBezTo>
                  <a:cubicBezTo>
                    <a:pt x="6350" y="127000"/>
                    <a:pt x="0" y="102870"/>
                    <a:pt x="1270" y="85090"/>
                  </a:cubicBezTo>
                  <a:cubicBezTo>
                    <a:pt x="3810" y="67310"/>
                    <a:pt x="16510" y="45720"/>
                    <a:pt x="27940" y="34290"/>
                  </a:cubicBezTo>
                  <a:cubicBezTo>
                    <a:pt x="36830" y="24130"/>
                    <a:pt x="43180" y="20320"/>
                    <a:pt x="60960" y="15240"/>
                  </a:cubicBezTo>
                  <a:cubicBezTo>
                    <a:pt x="110490" y="2540"/>
                    <a:pt x="290830" y="0"/>
                    <a:pt x="360680" y="12700"/>
                  </a:cubicBezTo>
                  <a:cubicBezTo>
                    <a:pt x="398780" y="19050"/>
                    <a:pt x="426720" y="27940"/>
                    <a:pt x="445770" y="44450"/>
                  </a:cubicBezTo>
                  <a:cubicBezTo>
                    <a:pt x="462280" y="58420"/>
                    <a:pt x="473710" y="78740"/>
                    <a:pt x="478790" y="95250"/>
                  </a:cubicBezTo>
                  <a:cubicBezTo>
                    <a:pt x="482600" y="109220"/>
                    <a:pt x="481330" y="123190"/>
                    <a:pt x="476250" y="135890"/>
                  </a:cubicBezTo>
                  <a:cubicBezTo>
                    <a:pt x="471170" y="152400"/>
                    <a:pt x="455930" y="173990"/>
                    <a:pt x="440690" y="184150"/>
                  </a:cubicBezTo>
                  <a:cubicBezTo>
                    <a:pt x="425450" y="194310"/>
                    <a:pt x="406400" y="200660"/>
                    <a:pt x="388620" y="198120"/>
                  </a:cubicBezTo>
                  <a:cubicBezTo>
                    <a:pt x="367030" y="194310"/>
                    <a:pt x="332740" y="175260"/>
                    <a:pt x="321310" y="154940"/>
                  </a:cubicBezTo>
                  <a:cubicBezTo>
                    <a:pt x="309880" y="134620"/>
                    <a:pt x="308610" y="96520"/>
                    <a:pt x="318770" y="74930"/>
                  </a:cubicBezTo>
                  <a:cubicBezTo>
                    <a:pt x="328930" y="54610"/>
                    <a:pt x="360680" y="33020"/>
                    <a:pt x="382270" y="27940"/>
                  </a:cubicBezTo>
                  <a:cubicBezTo>
                    <a:pt x="400050" y="24130"/>
                    <a:pt x="421640" y="29210"/>
                    <a:pt x="436880" y="38100"/>
                  </a:cubicBezTo>
                  <a:cubicBezTo>
                    <a:pt x="450850" y="45720"/>
                    <a:pt x="466090" y="62230"/>
                    <a:pt x="472440" y="78740"/>
                  </a:cubicBezTo>
                  <a:cubicBezTo>
                    <a:pt x="480060" y="93980"/>
                    <a:pt x="483870" y="115570"/>
                    <a:pt x="477520" y="132080"/>
                  </a:cubicBezTo>
                  <a:cubicBezTo>
                    <a:pt x="471170" y="153670"/>
                    <a:pt x="447040" y="184150"/>
                    <a:pt x="425450" y="191770"/>
                  </a:cubicBezTo>
                  <a:cubicBezTo>
                    <a:pt x="402590" y="200660"/>
                    <a:pt x="364490" y="195580"/>
                    <a:pt x="345440" y="181610"/>
                  </a:cubicBezTo>
                  <a:cubicBezTo>
                    <a:pt x="326390" y="168910"/>
                    <a:pt x="309880" y="134620"/>
                    <a:pt x="309880" y="110490"/>
                  </a:cubicBezTo>
                  <a:cubicBezTo>
                    <a:pt x="309880" y="87630"/>
                    <a:pt x="330200" y="54610"/>
                    <a:pt x="347980" y="40640"/>
                  </a:cubicBezTo>
                  <a:cubicBezTo>
                    <a:pt x="364490" y="29210"/>
                    <a:pt x="389890" y="25400"/>
                    <a:pt x="408940" y="27940"/>
                  </a:cubicBezTo>
                  <a:cubicBezTo>
                    <a:pt x="427990" y="31750"/>
                    <a:pt x="449580" y="44450"/>
                    <a:pt x="461010" y="58420"/>
                  </a:cubicBezTo>
                  <a:cubicBezTo>
                    <a:pt x="472440" y="73660"/>
                    <a:pt x="480060" y="99060"/>
                    <a:pt x="480060" y="115570"/>
                  </a:cubicBezTo>
                  <a:cubicBezTo>
                    <a:pt x="480060" y="130810"/>
                    <a:pt x="476250" y="143510"/>
                    <a:pt x="468630" y="154940"/>
                  </a:cubicBezTo>
                  <a:cubicBezTo>
                    <a:pt x="458470" y="170180"/>
                    <a:pt x="447040" y="185420"/>
                    <a:pt x="421640" y="193040"/>
                  </a:cubicBezTo>
                  <a:cubicBezTo>
                    <a:pt x="360680" y="213360"/>
                    <a:pt x="127000" y="193040"/>
                    <a:pt x="64770" y="172720"/>
                  </a:cubicBezTo>
                  <a:cubicBezTo>
                    <a:pt x="39370" y="165100"/>
                    <a:pt x="26670" y="156210"/>
                    <a:pt x="16510" y="140970"/>
                  </a:cubicBezTo>
                  <a:cubicBezTo>
                    <a:pt x="6350" y="127000"/>
                    <a:pt x="0" y="102870"/>
                    <a:pt x="1270" y="85090"/>
                  </a:cubicBezTo>
                  <a:cubicBezTo>
                    <a:pt x="3810" y="67310"/>
                    <a:pt x="16510" y="45720"/>
                    <a:pt x="27940" y="34290"/>
                  </a:cubicBezTo>
                  <a:cubicBezTo>
                    <a:pt x="36830" y="24130"/>
                    <a:pt x="45720" y="19050"/>
                    <a:pt x="60960" y="15240"/>
                  </a:cubicBezTo>
                  <a:cubicBezTo>
                    <a:pt x="91440" y="8890"/>
                    <a:pt x="167640" y="10160"/>
                    <a:pt x="198120" y="24130"/>
                  </a:cubicBezTo>
                  <a:cubicBezTo>
                    <a:pt x="217170" y="33020"/>
                    <a:pt x="228600" y="50800"/>
                    <a:pt x="236220" y="64770"/>
                  </a:cubicBezTo>
                  <a:cubicBezTo>
                    <a:pt x="242570" y="76200"/>
                    <a:pt x="243840" y="88900"/>
                    <a:pt x="242570" y="102870"/>
                  </a:cubicBezTo>
                  <a:cubicBezTo>
                    <a:pt x="240030" y="118110"/>
                    <a:pt x="228600" y="140970"/>
                    <a:pt x="217170" y="152400"/>
                  </a:cubicBezTo>
                  <a:cubicBezTo>
                    <a:pt x="208280" y="162560"/>
                    <a:pt x="199390" y="168910"/>
                    <a:pt x="184150" y="171450"/>
                  </a:cubicBezTo>
                  <a:cubicBezTo>
                    <a:pt x="154940" y="176530"/>
                    <a:pt x="72390" y="165100"/>
                    <a:pt x="43180" y="148590"/>
                  </a:cubicBezTo>
                  <a:cubicBezTo>
                    <a:pt x="25400" y="137160"/>
                    <a:pt x="15240" y="119380"/>
                    <a:pt x="8890" y="105410"/>
                  </a:cubicBezTo>
                  <a:cubicBezTo>
                    <a:pt x="5080" y="92710"/>
                    <a:pt x="3810" y="80010"/>
                    <a:pt x="7620" y="68580"/>
                  </a:cubicBezTo>
                  <a:cubicBezTo>
                    <a:pt x="11430" y="52070"/>
                    <a:pt x="21590" y="31750"/>
                    <a:pt x="35560" y="21590"/>
                  </a:cubicBezTo>
                  <a:cubicBezTo>
                    <a:pt x="49530" y="10160"/>
                    <a:pt x="87630" y="5080"/>
                    <a:pt x="87630" y="508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657772" y="1491615"/>
            <a:ext cx="481012" cy="289560"/>
            <a:chOff x="0" y="0"/>
            <a:chExt cx="641350" cy="386080"/>
          </a:xfrm>
        </p:grpSpPr>
        <p:sp>
          <p:nvSpPr>
            <p:cNvPr id="15" name="Freeform 15"/>
            <p:cNvSpPr/>
            <p:nvPr/>
          </p:nvSpPr>
          <p:spPr>
            <a:xfrm>
              <a:off x="46990" y="48260"/>
              <a:ext cx="549910" cy="290830"/>
            </a:xfrm>
            <a:custGeom>
              <a:avLst/>
              <a:gdLst/>
              <a:ahLst/>
              <a:cxnLst/>
              <a:rect l="l" t="t" r="r" b="b"/>
              <a:pathLst>
                <a:path w="549910" h="290830">
                  <a:moveTo>
                    <a:pt x="168910" y="101600"/>
                  </a:moveTo>
                  <a:cubicBezTo>
                    <a:pt x="323850" y="87630"/>
                    <a:pt x="356870" y="87630"/>
                    <a:pt x="387350" y="99060"/>
                  </a:cubicBezTo>
                  <a:cubicBezTo>
                    <a:pt x="417830" y="110490"/>
                    <a:pt x="457200" y="127000"/>
                    <a:pt x="469900" y="153670"/>
                  </a:cubicBezTo>
                  <a:cubicBezTo>
                    <a:pt x="483870" y="181610"/>
                    <a:pt x="457200" y="266700"/>
                    <a:pt x="459740" y="266700"/>
                  </a:cubicBezTo>
                  <a:cubicBezTo>
                    <a:pt x="461010" y="266700"/>
                    <a:pt x="477520" y="161290"/>
                    <a:pt x="481330" y="161290"/>
                  </a:cubicBezTo>
                  <a:cubicBezTo>
                    <a:pt x="485140" y="162560"/>
                    <a:pt x="495300" y="218440"/>
                    <a:pt x="486410" y="238760"/>
                  </a:cubicBezTo>
                  <a:cubicBezTo>
                    <a:pt x="476250" y="259080"/>
                    <a:pt x="444500" y="279400"/>
                    <a:pt x="425450" y="285750"/>
                  </a:cubicBezTo>
                  <a:cubicBezTo>
                    <a:pt x="411480" y="289560"/>
                    <a:pt x="398780" y="288290"/>
                    <a:pt x="386080" y="283210"/>
                  </a:cubicBezTo>
                  <a:cubicBezTo>
                    <a:pt x="369570" y="276860"/>
                    <a:pt x="347980" y="264160"/>
                    <a:pt x="340360" y="246380"/>
                  </a:cubicBezTo>
                  <a:cubicBezTo>
                    <a:pt x="330200" y="223520"/>
                    <a:pt x="332740" y="171450"/>
                    <a:pt x="349250" y="148590"/>
                  </a:cubicBezTo>
                  <a:cubicBezTo>
                    <a:pt x="364490" y="127000"/>
                    <a:pt x="420370" y="102870"/>
                    <a:pt x="429260" y="110490"/>
                  </a:cubicBezTo>
                  <a:cubicBezTo>
                    <a:pt x="438150" y="119380"/>
                    <a:pt x="417830" y="191770"/>
                    <a:pt x="389890" y="210820"/>
                  </a:cubicBezTo>
                  <a:cubicBezTo>
                    <a:pt x="356870" y="232410"/>
                    <a:pt x="274320" y="212090"/>
                    <a:pt x="227330" y="209550"/>
                  </a:cubicBezTo>
                  <a:cubicBezTo>
                    <a:pt x="189230" y="207010"/>
                    <a:pt x="158750" y="205740"/>
                    <a:pt x="127000" y="198120"/>
                  </a:cubicBezTo>
                  <a:cubicBezTo>
                    <a:pt x="97790" y="190500"/>
                    <a:pt x="64770" y="181610"/>
                    <a:pt x="43180" y="166370"/>
                  </a:cubicBezTo>
                  <a:cubicBezTo>
                    <a:pt x="26670" y="154940"/>
                    <a:pt x="13970" y="139700"/>
                    <a:pt x="7620" y="123190"/>
                  </a:cubicBezTo>
                  <a:cubicBezTo>
                    <a:pt x="1270" y="106680"/>
                    <a:pt x="0" y="83820"/>
                    <a:pt x="5080" y="66040"/>
                  </a:cubicBezTo>
                  <a:cubicBezTo>
                    <a:pt x="10160" y="49530"/>
                    <a:pt x="24130" y="30480"/>
                    <a:pt x="38100" y="20320"/>
                  </a:cubicBezTo>
                  <a:cubicBezTo>
                    <a:pt x="52070" y="8890"/>
                    <a:pt x="73660" y="2540"/>
                    <a:pt x="91440" y="2540"/>
                  </a:cubicBezTo>
                  <a:cubicBezTo>
                    <a:pt x="109220" y="2540"/>
                    <a:pt x="130810" y="8890"/>
                    <a:pt x="144780" y="21590"/>
                  </a:cubicBezTo>
                  <a:cubicBezTo>
                    <a:pt x="162560" y="36830"/>
                    <a:pt x="180340" y="72390"/>
                    <a:pt x="179070" y="97790"/>
                  </a:cubicBezTo>
                  <a:cubicBezTo>
                    <a:pt x="177800" y="121920"/>
                    <a:pt x="153670" y="154940"/>
                    <a:pt x="134620" y="167640"/>
                  </a:cubicBezTo>
                  <a:cubicBezTo>
                    <a:pt x="119380" y="179070"/>
                    <a:pt x="97790" y="181610"/>
                    <a:pt x="80010" y="179070"/>
                  </a:cubicBezTo>
                  <a:cubicBezTo>
                    <a:pt x="62230" y="176530"/>
                    <a:pt x="40640" y="168910"/>
                    <a:pt x="29210" y="154940"/>
                  </a:cubicBezTo>
                  <a:cubicBezTo>
                    <a:pt x="13970" y="137160"/>
                    <a:pt x="1270" y="97790"/>
                    <a:pt x="3810" y="74930"/>
                  </a:cubicBezTo>
                  <a:cubicBezTo>
                    <a:pt x="5080" y="57150"/>
                    <a:pt x="17780" y="38100"/>
                    <a:pt x="30480" y="25400"/>
                  </a:cubicBezTo>
                  <a:cubicBezTo>
                    <a:pt x="43180" y="13970"/>
                    <a:pt x="60960" y="5080"/>
                    <a:pt x="82550" y="2540"/>
                  </a:cubicBezTo>
                  <a:cubicBezTo>
                    <a:pt x="116840" y="0"/>
                    <a:pt x="172720" y="31750"/>
                    <a:pt x="219710" y="34290"/>
                  </a:cubicBezTo>
                  <a:cubicBezTo>
                    <a:pt x="270510" y="35560"/>
                    <a:pt x="334010" y="7620"/>
                    <a:pt x="375920" y="12700"/>
                  </a:cubicBezTo>
                  <a:cubicBezTo>
                    <a:pt x="405130" y="17780"/>
                    <a:pt x="425450" y="31750"/>
                    <a:pt x="448310" y="45720"/>
                  </a:cubicBezTo>
                  <a:cubicBezTo>
                    <a:pt x="471170" y="59690"/>
                    <a:pt x="496570" y="73660"/>
                    <a:pt x="511810" y="96520"/>
                  </a:cubicBezTo>
                  <a:cubicBezTo>
                    <a:pt x="528320" y="121920"/>
                    <a:pt x="549910" y="165100"/>
                    <a:pt x="542290" y="190500"/>
                  </a:cubicBezTo>
                  <a:cubicBezTo>
                    <a:pt x="535940" y="215900"/>
                    <a:pt x="485140" y="255270"/>
                    <a:pt x="474980" y="250190"/>
                  </a:cubicBezTo>
                  <a:cubicBezTo>
                    <a:pt x="464820" y="245110"/>
                    <a:pt x="480060" y="161290"/>
                    <a:pt x="481330" y="161290"/>
                  </a:cubicBezTo>
                  <a:cubicBezTo>
                    <a:pt x="483870" y="162560"/>
                    <a:pt x="495300" y="218440"/>
                    <a:pt x="486410" y="238760"/>
                  </a:cubicBezTo>
                  <a:cubicBezTo>
                    <a:pt x="476250" y="259080"/>
                    <a:pt x="447040" y="280670"/>
                    <a:pt x="425450" y="285750"/>
                  </a:cubicBezTo>
                  <a:cubicBezTo>
                    <a:pt x="406400" y="290830"/>
                    <a:pt x="382270" y="283210"/>
                    <a:pt x="368300" y="275590"/>
                  </a:cubicBezTo>
                  <a:cubicBezTo>
                    <a:pt x="355600" y="267970"/>
                    <a:pt x="344170" y="260350"/>
                    <a:pt x="340360" y="246380"/>
                  </a:cubicBezTo>
                  <a:cubicBezTo>
                    <a:pt x="334010" y="223520"/>
                    <a:pt x="367030" y="140970"/>
                    <a:pt x="365760" y="139700"/>
                  </a:cubicBezTo>
                  <a:cubicBezTo>
                    <a:pt x="363220" y="139700"/>
                    <a:pt x="354330" y="229870"/>
                    <a:pt x="326390" y="251460"/>
                  </a:cubicBezTo>
                  <a:cubicBezTo>
                    <a:pt x="294640" y="274320"/>
                    <a:pt x="208280" y="261620"/>
                    <a:pt x="175260" y="256540"/>
                  </a:cubicBezTo>
                  <a:cubicBezTo>
                    <a:pt x="158750" y="254000"/>
                    <a:pt x="149860" y="251460"/>
                    <a:pt x="139700" y="243840"/>
                  </a:cubicBezTo>
                  <a:cubicBezTo>
                    <a:pt x="127000" y="234950"/>
                    <a:pt x="111760" y="214630"/>
                    <a:pt x="106680" y="199390"/>
                  </a:cubicBezTo>
                  <a:cubicBezTo>
                    <a:pt x="102870" y="187960"/>
                    <a:pt x="101600" y="175260"/>
                    <a:pt x="105410" y="162560"/>
                  </a:cubicBezTo>
                  <a:cubicBezTo>
                    <a:pt x="109220" y="147320"/>
                    <a:pt x="123190" y="125730"/>
                    <a:pt x="134620" y="115570"/>
                  </a:cubicBezTo>
                  <a:cubicBezTo>
                    <a:pt x="144780" y="107950"/>
                    <a:pt x="168910" y="101600"/>
                    <a:pt x="168910" y="10160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725400" y="1589723"/>
            <a:ext cx="407670" cy="320992"/>
            <a:chOff x="0" y="0"/>
            <a:chExt cx="543560" cy="427990"/>
          </a:xfrm>
        </p:grpSpPr>
        <p:sp>
          <p:nvSpPr>
            <p:cNvPr id="17" name="Freeform 17"/>
            <p:cNvSpPr/>
            <p:nvPr/>
          </p:nvSpPr>
          <p:spPr>
            <a:xfrm>
              <a:off x="48260" y="50800"/>
              <a:ext cx="445770" cy="327660"/>
            </a:xfrm>
            <a:custGeom>
              <a:avLst/>
              <a:gdLst/>
              <a:ahLst/>
              <a:cxnLst/>
              <a:rect l="l" t="t" r="r" b="b"/>
              <a:pathLst>
                <a:path w="445770" h="327660">
                  <a:moveTo>
                    <a:pt x="67310" y="10160"/>
                  </a:moveTo>
                  <a:cubicBezTo>
                    <a:pt x="208280" y="0"/>
                    <a:pt x="237490" y="5080"/>
                    <a:pt x="265430" y="12700"/>
                  </a:cubicBezTo>
                  <a:cubicBezTo>
                    <a:pt x="290830" y="20320"/>
                    <a:pt x="314960" y="30480"/>
                    <a:pt x="337820" y="44450"/>
                  </a:cubicBezTo>
                  <a:cubicBezTo>
                    <a:pt x="363220" y="59690"/>
                    <a:pt x="391160" y="81280"/>
                    <a:pt x="408940" y="105410"/>
                  </a:cubicBezTo>
                  <a:cubicBezTo>
                    <a:pt x="425450" y="127000"/>
                    <a:pt x="441960" y="151130"/>
                    <a:pt x="444500" y="177800"/>
                  </a:cubicBezTo>
                  <a:cubicBezTo>
                    <a:pt x="445770" y="210820"/>
                    <a:pt x="430530" y="262890"/>
                    <a:pt x="408940" y="287020"/>
                  </a:cubicBezTo>
                  <a:cubicBezTo>
                    <a:pt x="391160" y="306070"/>
                    <a:pt x="354330" y="321310"/>
                    <a:pt x="336550" y="320040"/>
                  </a:cubicBezTo>
                  <a:cubicBezTo>
                    <a:pt x="323850" y="318770"/>
                    <a:pt x="320040" y="299720"/>
                    <a:pt x="308610" y="298450"/>
                  </a:cubicBezTo>
                  <a:cubicBezTo>
                    <a:pt x="293370" y="297180"/>
                    <a:pt x="271780" y="323850"/>
                    <a:pt x="252730" y="325120"/>
                  </a:cubicBezTo>
                  <a:cubicBezTo>
                    <a:pt x="233680" y="326390"/>
                    <a:pt x="209550" y="318770"/>
                    <a:pt x="194310" y="307340"/>
                  </a:cubicBezTo>
                  <a:cubicBezTo>
                    <a:pt x="179070" y="295910"/>
                    <a:pt x="166370" y="273050"/>
                    <a:pt x="161290" y="256540"/>
                  </a:cubicBezTo>
                  <a:cubicBezTo>
                    <a:pt x="157480" y="242570"/>
                    <a:pt x="160020" y="227330"/>
                    <a:pt x="163830" y="214630"/>
                  </a:cubicBezTo>
                  <a:cubicBezTo>
                    <a:pt x="166370" y="201930"/>
                    <a:pt x="181610" y="177800"/>
                    <a:pt x="184150" y="179070"/>
                  </a:cubicBezTo>
                  <a:cubicBezTo>
                    <a:pt x="186690" y="180340"/>
                    <a:pt x="163830" y="257810"/>
                    <a:pt x="162560" y="257810"/>
                  </a:cubicBezTo>
                  <a:cubicBezTo>
                    <a:pt x="160020" y="257810"/>
                    <a:pt x="160020" y="219710"/>
                    <a:pt x="167640" y="203200"/>
                  </a:cubicBezTo>
                  <a:cubicBezTo>
                    <a:pt x="175260" y="187960"/>
                    <a:pt x="187960" y="170180"/>
                    <a:pt x="205740" y="162560"/>
                  </a:cubicBezTo>
                  <a:cubicBezTo>
                    <a:pt x="226060" y="153670"/>
                    <a:pt x="265430" y="151130"/>
                    <a:pt x="285750" y="162560"/>
                  </a:cubicBezTo>
                  <a:cubicBezTo>
                    <a:pt x="307340" y="173990"/>
                    <a:pt x="327660" y="207010"/>
                    <a:pt x="331470" y="229870"/>
                  </a:cubicBezTo>
                  <a:cubicBezTo>
                    <a:pt x="335280" y="247650"/>
                    <a:pt x="328930" y="267970"/>
                    <a:pt x="320040" y="283210"/>
                  </a:cubicBezTo>
                  <a:cubicBezTo>
                    <a:pt x="311150" y="298450"/>
                    <a:pt x="294640" y="312420"/>
                    <a:pt x="278130" y="318770"/>
                  </a:cubicBezTo>
                  <a:cubicBezTo>
                    <a:pt x="262890" y="325120"/>
                    <a:pt x="240030" y="326390"/>
                    <a:pt x="223520" y="322580"/>
                  </a:cubicBezTo>
                  <a:cubicBezTo>
                    <a:pt x="207010" y="317500"/>
                    <a:pt x="187960" y="307340"/>
                    <a:pt x="177800" y="292100"/>
                  </a:cubicBezTo>
                  <a:cubicBezTo>
                    <a:pt x="165100" y="273050"/>
                    <a:pt x="156210" y="234950"/>
                    <a:pt x="163830" y="212090"/>
                  </a:cubicBezTo>
                  <a:cubicBezTo>
                    <a:pt x="171450" y="189230"/>
                    <a:pt x="201930" y="163830"/>
                    <a:pt x="222250" y="156210"/>
                  </a:cubicBezTo>
                  <a:cubicBezTo>
                    <a:pt x="240030" y="149860"/>
                    <a:pt x="261620" y="152400"/>
                    <a:pt x="278130" y="158750"/>
                  </a:cubicBezTo>
                  <a:cubicBezTo>
                    <a:pt x="293370" y="165100"/>
                    <a:pt x="312420" y="176530"/>
                    <a:pt x="320040" y="194310"/>
                  </a:cubicBezTo>
                  <a:cubicBezTo>
                    <a:pt x="328930" y="218440"/>
                    <a:pt x="321310" y="278130"/>
                    <a:pt x="308610" y="298450"/>
                  </a:cubicBezTo>
                  <a:cubicBezTo>
                    <a:pt x="299720" y="312420"/>
                    <a:pt x="285750" y="316230"/>
                    <a:pt x="273050" y="321310"/>
                  </a:cubicBezTo>
                  <a:cubicBezTo>
                    <a:pt x="260350" y="325120"/>
                    <a:pt x="246380" y="327660"/>
                    <a:pt x="232410" y="323850"/>
                  </a:cubicBezTo>
                  <a:cubicBezTo>
                    <a:pt x="214630" y="320040"/>
                    <a:pt x="190500" y="306070"/>
                    <a:pt x="179070" y="293370"/>
                  </a:cubicBezTo>
                  <a:cubicBezTo>
                    <a:pt x="168910" y="283210"/>
                    <a:pt x="163830" y="269240"/>
                    <a:pt x="161290" y="256540"/>
                  </a:cubicBezTo>
                  <a:cubicBezTo>
                    <a:pt x="158750" y="242570"/>
                    <a:pt x="160020" y="227330"/>
                    <a:pt x="163830" y="214630"/>
                  </a:cubicBezTo>
                  <a:cubicBezTo>
                    <a:pt x="166370" y="201930"/>
                    <a:pt x="171450" y="184150"/>
                    <a:pt x="184150" y="179070"/>
                  </a:cubicBezTo>
                  <a:cubicBezTo>
                    <a:pt x="203200" y="171450"/>
                    <a:pt x="278130" y="205740"/>
                    <a:pt x="279400" y="201930"/>
                  </a:cubicBezTo>
                  <a:cubicBezTo>
                    <a:pt x="280670" y="198120"/>
                    <a:pt x="234950" y="167640"/>
                    <a:pt x="205740" y="160020"/>
                  </a:cubicBezTo>
                  <a:cubicBezTo>
                    <a:pt x="168910" y="151130"/>
                    <a:pt x="104140" y="171450"/>
                    <a:pt x="71120" y="165100"/>
                  </a:cubicBezTo>
                  <a:cubicBezTo>
                    <a:pt x="49530" y="160020"/>
                    <a:pt x="33020" y="153670"/>
                    <a:pt x="21590" y="139700"/>
                  </a:cubicBezTo>
                  <a:cubicBezTo>
                    <a:pt x="8890" y="124460"/>
                    <a:pt x="0" y="90170"/>
                    <a:pt x="2540" y="69850"/>
                  </a:cubicBezTo>
                  <a:cubicBezTo>
                    <a:pt x="5080" y="52070"/>
                    <a:pt x="21590" y="34290"/>
                    <a:pt x="33020" y="24130"/>
                  </a:cubicBezTo>
                  <a:cubicBezTo>
                    <a:pt x="43180" y="15240"/>
                    <a:pt x="67310" y="10160"/>
                    <a:pt x="67310" y="1016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755880" y="1659255"/>
            <a:ext cx="312420" cy="249555"/>
            <a:chOff x="0" y="0"/>
            <a:chExt cx="416560" cy="332740"/>
          </a:xfrm>
        </p:grpSpPr>
        <p:sp>
          <p:nvSpPr>
            <p:cNvPr id="19" name="Freeform 19"/>
            <p:cNvSpPr/>
            <p:nvPr/>
          </p:nvSpPr>
          <p:spPr>
            <a:xfrm>
              <a:off x="48260" y="46990"/>
              <a:ext cx="318770" cy="240030"/>
            </a:xfrm>
            <a:custGeom>
              <a:avLst/>
              <a:gdLst/>
              <a:ahLst/>
              <a:cxnLst/>
              <a:rect l="l" t="t" r="r" b="b"/>
              <a:pathLst>
                <a:path w="318770" h="240030">
                  <a:moveTo>
                    <a:pt x="204470" y="234950"/>
                  </a:moveTo>
                  <a:cubicBezTo>
                    <a:pt x="16510" y="134620"/>
                    <a:pt x="12700" y="125730"/>
                    <a:pt x="7620" y="114300"/>
                  </a:cubicBezTo>
                  <a:cubicBezTo>
                    <a:pt x="3810" y="102870"/>
                    <a:pt x="1270" y="88900"/>
                    <a:pt x="2540" y="76200"/>
                  </a:cubicBezTo>
                  <a:cubicBezTo>
                    <a:pt x="6350" y="59690"/>
                    <a:pt x="16510" y="36830"/>
                    <a:pt x="30480" y="25400"/>
                  </a:cubicBezTo>
                  <a:cubicBezTo>
                    <a:pt x="43180" y="12700"/>
                    <a:pt x="67310" y="5080"/>
                    <a:pt x="83820" y="3810"/>
                  </a:cubicBezTo>
                  <a:cubicBezTo>
                    <a:pt x="97790" y="3810"/>
                    <a:pt x="111760" y="8890"/>
                    <a:pt x="121920" y="13970"/>
                  </a:cubicBezTo>
                  <a:cubicBezTo>
                    <a:pt x="128270" y="16510"/>
                    <a:pt x="133350" y="17780"/>
                    <a:pt x="137160" y="24130"/>
                  </a:cubicBezTo>
                  <a:cubicBezTo>
                    <a:pt x="147320" y="39370"/>
                    <a:pt x="165100" y="88900"/>
                    <a:pt x="161290" y="111760"/>
                  </a:cubicBezTo>
                  <a:cubicBezTo>
                    <a:pt x="157480" y="129540"/>
                    <a:pt x="144780" y="144780"/>
                    <a:pt x="129540" y="152400"/>
                  </a:cubicBezTo>
                  <a:cubicBezTo>
                    <a:pt x="110490" y="163830"/>
                    <a:pt x="74930" y="168910"/>
                    <a:pt x="53340" y="161290"/>
                  </a:cubicBezTo>
                  <a:cubicBezTo>
                    <a:pt x="33020" y="152400"/>
                    <a:pt x="10160" y="123190"/>
                    <a:pt x="3810" y="102870"/>
                  </a:cubicBezTo>
                  <a:cubicBezTo>
                    <a:pt x="0" y="86360"/>
                    <a:pt x="3810" y="66040"/>
                    <a:pt x="10160" y="50800"/>
                  </a:cubicBezTo>
                  <a:cubicBezTo>
                    <a:pt x="16510" y="36830"/>
                    <a:pt x="30480" y="20320"/>
                    <a:pt x="45720" y="13970"/>
                  </a:cubicBezTo>
                  <a:cubicBezTo>
                    <a:pt x="64770" y="5080"/>
                    <a:pt x="102870" y="5080"/>
                    <a:pt x="121920" y="13970"/>
                  </a:cubicBezTo>
                  <a:cubicBezTo>
                    <a:pt x="138430" y="20320"/>
                    <a:pt x="151130" y="36830"/>
                    <a:pt x="157480" y="52070"/>
                  </a:cubicBezTo>
                  <a:cubicBezTo>
                    <a:pt x="165100" y="66040"/>
                    <a:pt x="167640" y="86360"/>
                    <a:pt x="162560" y="102870"/>
                  </a:cubicBezTo>
                  <a:cubicBezTo>
                    <a:pt x="157480" y="123190"/>
                    <a:pt x="134620" y="152400"/>
                    <a:pt x="114300" y="161290"/>
                  </a:cubicBezTo>
                  <a:cubicBezTo>
                    <a:pt x="92710" y="168910"/>
                    <a:pt x="57150" y="165100"/>
                    <a:pt x="38100" y="152400"/>
                  </a:cubicBezTo>
                  <a:cubicBezTo>
                    <a:pt x="19050" y="139700"/>
                    <a:pt x="3810" y="85090"/>
                    <a:pt x="2540" y="85090"/>
                  </a:cubicBezTo>
                  <a:cubicBezTo>
                    <a:pt x="2540" y="85090"/>
                    <a:pt x="30480" y="146050"/>
                    <a:pt x="30480" y="146050"/>
                  </a:cubicBezTo>
                  <a:cubicBezTo>
                    <a:pt x="29210" y="147320"/>
                    <a:pt x="6350" y="111760"/>
                    <a:pt x="3810" y="95250"/>
                  </a:cubicBezTo>
                  <a:cubicBezTo>
                    <a:pt x="1270" y="82550"/>
                    <a:pt x="1270" y="69850"/>
                    <a:pt x="7620" y="57150"/>
                  </a:cubicBezTo>
                  <a:cubicBezTo>
                    <a:pt x="16510" y="39370"/>
                    <a:pt x="40640" y="12700"/>
                    <a:pt x="64770" y="6350"/>
                  </a:cubicBezTo>
                  <a:cubicBezTo>
                    <a:pt x="91440" y="0"/>
                    <a:pt x="128270" y="15240"/>
                    <a:pt x="161290" y="29210"/>
                  </a:cubicBezTo>
                  <a:cubicBezTo>
                    <a:pt x="203200" y="45720"/>
                    <a:pt x="265430" y="80010"/>
                    <a:pt x="289560" y="106680"/>
                  </a:cubicBezTo>
                  <a:cubicBezTo>
                    <a:pt x="304800" y="121920"/>
                    <a:pt x="313690" y="137160"/>
                    <a:pt x="316230" y="154940"/>
                  </a:cubicBezTo>
                  <a:cubicBezTo>
                    <a:pt x="318770" y="171450"/>
                    <a:pt x="312420" y="194310"/>
                    <a:pt x="304800" y="208280"/>
                  </a:cubicBezTo>
                  <a:cubicBezTo>
                    <a:pt x="298450" y="219710"/>
                    <a:pt x="289560" y="228600"/>
                    <a:pt x="276860" y="233680"/>
                  </a:cubicBezTo>
                  <a:cubicBezTo>
                    <a:pt x="259080" y="240030"/>
                    <a:pt x="204470" y="234950"/>
                    <a:pt x="204470" y="23495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521565" y="1737360"/>
            <a:ext cx="451485" cy="202883"/>
            <a:chOff x="0" y="0"/>
            <a:chExt cx="601980" cy="270510"/>
          </a:xfrm>
        </p:grpSpPr>
        <p:sp>
          <p:nvSpPr>
            <p:cNvPr id="21" name="Freeform 21"/>
            <p:cNvSpPr/>
            <p:nvPr/>
          </p:nvSpPr>
          <p:spPr>
            <a:xfrm>
              <a:off x="50800" y="49530"/>
              <a:ext cx="504190" cy="184150"/>
            </a:xfrm>
            <a:custGeom>
              <a:avLst/>
              <a:gdLst/>
              <a:ahLst/>
              <a:cxnLst/>
              <a:rect l="l" t="t" r="r" b="b"/>
              <a:pathLst>
                <a:path w="504190" h="184150">
                  <a:moveTo>
                    <a:pt x="88900" y="1270"/>
                  </a:moveTo>
                  <a:cubicBezTo>
                    <a:pt x="473710" y="19050"/>
                    <a:pt x="490220" y="41910"/>
                    <a:pt x="497840" y="62230"/>
                  </a:cubicBezTo>
                  <a:cubicBezTo>
                    <a:pt x="504190" y="80010"/>
                    <a:pt x="500380" y="100330"/>
                    <a:pt x="495300" y="116840"/>
                  </a:cubicBezTo>
                  <a:cubicBezTo>
                    <a:pt x="488950" y="132080"/>
                    <a:pt x="474980" y="148590"/>
                    <a:pt x="459740" y="157480"/>
                  </a:cubicBezTo>
                  <a:cubicBezTo>
                    <a:pt x="445770" y="166370"/>
                    <a:pt x="425450" y="172720"/>
                    <a:pt x="407670" y="168910"/>
                  </a:cubicBezTo>
                  <a:cubicBezTo>
                    <a:pt x="386080" y="165100"/>
                    <a:pt x="354330" y="143510"/>
                    <a:pt x="341630" y="124460"/>
                  </a:cubicBezTo>
                  <a:cubicBezTo>
                    <a:pt x="332740" y="109220"/>
                    <a:pt x="330200" y="88900"/>
                    <a:pt x="334010" y="71120"/>
                  </a:cubicBezTo>
                  <a:cubicBezTo>
                    <a:pt x="336550" y="54610"/>
                    <a:pt x="344170" y="35560"/>
                    <a:pt x="358140" y="24130"/>
                  </a:cubicBezTo>
                  <a:cubicBezTo>
                    <a:pt x="375920" y="10160"/>
                    <a:pt x="412750" y="0"/>
                    <a:pt x="434340" y="2540"/>
                  </a:cubicBezTo>
                  <a:cubicBezTo>
                    <a:pt x="452120" y="5080"/>
                    <a:pt x="469900" y="17780"/>
                    <a:pt x="480060" y="30480"/>
                  </a:cubicBezTo>
                  <a:cubicBezTo>
                    <a:pt x="491490" y="43180"/>
                    <a:pt x="499110" y="63500"/>
                    <a:pt x="500380" y="81280"/>
                  </a:cubicBezTo>
                  <a:cubicBezTo>
                    <a:pt x="501650" y="97790"/>
                    <a:pt x="495300" y="118110"/>
                    <a:pt x="486410" y="132080"/>
                  </a:cubicBezTo>
                  <a:cubicBezTo>
                    <a:pt x="476250" y="146050"/>
                    <a:pt x="466090" y="157480"/>
                    <a:pt x="443230" y="165100"/>
                  </a:cubicBezTo>
                  <a:cubicBezTo>
                    <a:pt x="384810" y="184150"/>
                    <a:pt x="170180" y="170180"/>
                    <a:pt x="100330" y="160020"/>
                  </a:cubicBezTo>
                  <a:cubicBezTo>
                    <a:pt x="68580" y="154940"/>
                    <a:pt x="49530" y="154940"/>
                    <a:pt x="33020" y="140970"/>
                  </a:cubicBezTo>
                  <a:cubicBezTo>
                    <a:pt x="16510" y="127000"/>
                    <a:pt x="1270" y="97790"/>
                    <a:pt x="0" y="76200"/>
                  </a:cubicBezTo>
                  <a:cubicBezTo>
                    <a:pt x="0" y="58420"/>
                    <a:pt x="7620" y="38100"/>
                    <a:pt x="20320" y="25400"/>
                  </a:cubicBezTo>
                  <a:cubicBezTo>
                    <a:pt x="35560" y="11430"/>
                    <a:pt x="88900" y="1270"/>
                    <a:pt x="88900" y="127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679680" y="1681162"/>
            <a:ext cx="208597" cy="240983"/>
            <a:chOff x="0" y="0"/>
            <a:chExt cx="278130" cy="321310"/>
          </a:xfrm>
        </p:grpSpPr>
        <p:sp>
          <p:nvSpPr>
            <p:cNvPr id="23" name="Freeform 23"/>
            <p:cNvSpPr/>
            <p:nvPr/>
          </p:nvSpPr>
          <p:spPr>
            <a:xfrm>
              <a:off x="48260" y="48260"/>
              <a:ext cx="182880" cy="226060"/>
            </a:xfrm>
            <a:custGeom>
              <a:avLst/>
              <a:gdLst/>
              <a:ahLst/>
              <a:cxnLst/>
              <a:rect l="l" t="t" r="r" b="b"/>
              <a:pathLst>
                <a:path w="182880" h="226060">
                  <a:moveTo>
                    <a:pt x="151130" y="53340"/>
                  </a:moveTo>
                  <a:cubicBezTo>
                    <a:pt x="176530" y="167640"/>
                    <a:pt x="168910" y="186690"/>
                    <a:pt x="156210" y="199390"/>
                  </a:cubicBezTo>
                  <a:cubicBezTo>
                    <a:pt x="140970" y="213360"/>
                    <a:pt x="107950" y="226060"/>
                    <a:pt x="86360" y="222250"/>
                  </a:cubicBezTo>
                  <a:cubicBezTo>
                    <a:pt x="64770" y="218440"/>
                    <a:pt x="40640" y="199390"/>
                    <a:pt x="27940" y="177800"/>
                  </a:cubicBezTo>
                  <a:cubicBezTo>
                    <a:pt x="11430" y="149860"/>
                    <a:pt x="0" y="90170"/>
                    <a:pt x="10160" y="59690"/>
                  </a:cubicBezTo>
                  <a:cubicBezTo>
                    <a:pt x="17780" y="36830"/>
                    <a:pt x="43180" y="13970"/>
                    <a:pt x="62230" y="6350"/>
                  </a:cubicBezTo>
                  <a:cubicBezTo>
                    <a:pt x="77470" y="0"/>
                    <a:pt x="97790" y="1270"/>
                    <a:pt x="113030" y="6350"/>
                  </a:cubicBezTo>
                  <a:cubicBezTo>
                    <a:pt x="127000" y="11430"/>
                    <a:pt x="144780" y="22860"/>
                    <a:pt x="152400" y="36830"/>
                  </a:cubicBezTo>
                  <a:cubicBezTo>
                    <a:pt x="162560" y="55880"/>
                    <a:pt x="168910" y="91440"/>
                    <a:pt x="160020" y="111760"/>
                  </a:cubicBezTo>
                  <a:cubicBezTo>
                    <a:pt x="152400" y="132080"/>
                    <a:pt x="124460" y="154940"/>
                    <a:pt x="102870" y="160020"/>
                  </a:cubicBezTo>
                  <a:cubicBezTo>
                    <a:pt x="81280" y="163830"/>
                    <a:pt x="46990" y="153670"/>
                    <a:pt x="31750" y="138430"/>
                  </a:cubicBezTo>
                  <a:cubicBezTo>
                    <a:pt x="15240" y="124460"/>
                    <a:pt x="6350" y="88900"/>
                    <a:pt x="7620" y="68580"/>
                  </a:cubicBezTo>
                  <a:cubicBezTo>
                    <a:pt x="10160" y="50800"/>
                    <a:pt x="20320" y="34290"/>
                    <a:pt x="31750" y="24130"/>
                  </a:cubicBezTo>
                  <a:cubicBezTo>
                    <a:pt x="44450" y="12700"/>
                    <a:pt x="60960" y="2540"/>
                    <a:pt x="78740" y="2540"/>
                  </a:cubicBezTo>
                  <a:cubicBezTo>
                    <a:pt x="99060" y="2540"/>
                    <a:pt x="130810" y="11430"/>
                    <a:pt x="147320" y="30480"/>
                  </a:cubicBezTo>
                  <a:cubicBezTo>
                    <a:pt x="168910" y="54610"/>
                    <a:pt x="182880" y="115570"/>
                    <a:pt x="177800" y="147320"/>
                  </a:cubicBezTo>
                  <a:cubicBezTo>
                    <a:pt x="173990" y="172720"/>
                    <a:pt x="158750" y="199390"/>
                    <a:pt x="140970" y="210820"/>
                  </a:cubicBezTo>
                  <a:cubicBezTo>
                    <a:pt x="127000" y="222250"/>
                    <a:pt x="102870" y="223520"/>
                    <a:pt x="86360" y="222250"/>
                  </a:cubicBezTo>
                  <a:cubicBezTo>
                    <a:pt x="73660" y="220980"/>
                    <a:pt x="60960" y="214630"/>
                    <a:pt x="52070" y="207010"/>
                  </a:cubicBezTo>
                  <a:cubicBezTo>
                    <a:pt x="41910" y="199390"/>
                    <a:pt x="35560" y="191770"/>
                    <a:pt x="27940" y="177800"/>
                  </a:cubicBezTo>
                  <a:cubicBezTo>
                    <a:pt x="16510" y="157480"/>
                    <a:pt x="1270" y="118110"/>
                    <a:pt x="2540" y="91440"/>
                  </a:cubicBezTo>
                  <a:cubicBezTo>
                    <a:pt x="2540" y="67310"/>
                    <a:pt x="11430" y="38100"/>
                    <a:pt x="27940" y="24130"/>
                  </a:cubicBezTo>
                  <a:cubicBezTo>
                    <a:pt x="43180" y="10160"/>
                    <a:pt x="76200" y="1270"/>
                    <a:pt x="97790" y="6350"/>
                  </a:cubicBezTo>
                  <a:cubicBezTo>
                    <a:pt x="118110" y="11430"/>
                    <a:pt x="151130" y="53340"/>
                    <a:pt x="151130" y="53340"/>
                  </a:cubicBezTo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2584299" y="1487678"/>
            <a:ext cx="590959" cy="41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dirty="0" err="1">
                <a:solidFill>
                  <a:srgbClr val="000000"/>
                </a:solidFill>
                <a:highlight>
                  <a:srgbClr val="C0C0C0"/>
                </a:highlight>
                <a:latin typeface="무궁화 고딕"/>
                <a:ea typeface="무궁화 고딕"/>
                <a:cs typeface="무궁화 고딕"/>
                <a:sym typeface="무궁화 고딕"/>
              </a:rPr>
              <a:t>추가</a:t>
            </a:r>
            <a:endParaRPr lang="en-US" sz="2643" dirty="0">
              <a:solidFill>
                <a:srgbClr val="000000"/>
              </a:solidFill>
              <a:highlight>
                <a:srgbClr val="C0C0C0"/>
              </a:highlight>
              <a:latin typeface="무궁화 고딕"/>
              <a:ea typeface="무궁화 고딕"/>
              <a:cs typeface="무궁화 고딕"/>
              <a:sym typeface="무궁화 고딕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2521565" y="4508876"/>
            <a:ext cx="2382207" cy="903166"/>
            <a:chOff x="0" y="0"/>
            <a:chExt cx="627413" cy="2378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413" cy="237871"/>
            </a:xfrm>
            <a:custGeom>
              <a:avLst/>
              <a:gdLst/>
              <a:ahLst/>
              <a:cxnLst/>
              <a:rect l="l" t="t" r="r" b="b"/>
              <a:pathLst>
                <a:path w="627413" h="237871">
                  <a:moveTo>
                    <a:pt x="0" y="0"/>
                  </a:moveTo>
                  <a:lnTo>
                    <a:pt x="627413" y="0"/>
                  </a:lnTo>
                  <a:lnTo>
                    <a:pt x="627413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BCBCBC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627413" cy="304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1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413484" y="4671364"/>
            <a:ext cx="786835" cy="51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  <a:spcBef>
                <a:spcPct val="0"/>
              </a:spcBef>
            </a:pPr>
            <a:r>
              <a:rPr lang="en-US" sz="2933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B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23344" y="2273530"/>
          <a:ext cx="16335956" cy="4514526"/>
        </p:xfrm>
        <a:graphic>
          <a:graphicData uri="http://schemas.openxmlformats.org/drawingml/2006/table">
            <a:tbl>
              <a:tblPr/>
              <a:tblGrid>
                <a:gridCol w="3424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4842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주차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무궁화 고딕"/>
                          <a:ea typeface="무궁화 고딕"/>
                          <a:cs typeface="무궁화 고딕"/>
                          <a:sym typeface="무궁화 고딕"/>
                        </a:rPr>
                        <a:t>변경사항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4842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1주차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무궁화 고딕"/>
                          <a:ea typeface="무궁화 고딕"/>
                          <a:cs typeface="무궁화 고딕"/>
                          <a:sym typeface="무궁화 고딕"/>
                        </a:rPr>
                        <a:t>원거리 공격 추가 완료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842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무궁화 고딕"/>
                          <a:ea typeface="무궁화 고딕"/>
                          <a:cs typeface="무궁화 고딕"/>
                          <a:sym typeface="무궁화 고딕"/>
                        </a:rPr>
                        <a:t>4주차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무궁화 고딕"/>
                          <a:ea typeface="무궁화 고딕"/>
                          <a:cs typeface="무궁화 고딕"/>
                          <a:sym typeface="무궁화 고딕"/>
                        </a:rPr>
                        <a:t>강화를 확률로 구현 할 예정, 그리고 강화 레벨이 높을 수록 가격을 올릴 예정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06289" y="397174"/>
            <a:ext cx="4321628" cy="255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4"/>
              </a:lnSpc>
            </a:pPr>
            <a:r>
              <a:rPr lang="en-US" sz="7317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변경된 일정</a:t>
            </a:r>
          </a:p>
          <a:p>
            <a:pPr algn="l">
              <a:lnSpc>
                <a:spcPts val="10244"/>
              </a:lnSpc>
              <a:spcBef>
                <a:spcPct val="0"/>
              </a:spcBef>
            </a:pPr>
            <a:endParaRPr lang="en-US" sz="7317">
              <a:solidFill>
                <a:srgbClr val="000000"/>
              </a:solidFill>
              <a:latin typeface="무궁화 고딕"/>
              <a:ea typeface="무궁화 고딕"/>
              <a:cs typeface="무궁화 고딕"/>
              <a:sym typeface="무궁화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B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2443" y="1364584"/>
            <a:ext cx="13103114" cy="8664434"/>
          </a:xfrm>
          <a:custGeom>
            <a:avLst/>
            <a:gdLst/>
            <a:ahLst/>
            <a:cxnLst/>
            <a:rect l="l" t="t" r="r" b="b"/>
            <a:pathLst>
              <a:path w="13103114" h="8664434">
                <a:moveTo>
                  <a:pt x="0" y="0"/>
                </a:moveTo>
                <a:lnTo>
                  <a:pt x="13103114" y="0"/>
                </a:lnTo>
                <a:lnTo>
                  <a:pt x="13103114" y="8664434"/>
                </a:lnTo>
                <a:lnTo>
                  <a:pt x="0" y="8664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05988"/>
            <a:ext cx="2267099" cy="82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8"/>
              </a:lnSpc>
              <a:spcBef>
                <a:spcPct val="0"/>
              </a:spcBef>
            </a:pPr>
            <a:r>
              <a:rPr lang="en-US" sz="4734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커밋 통계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사용자 지정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무궁화 고딕</vt:lpstr>
      <vt:lpstr>Arial</vt:lpstr>
      <vt:lpstr>JASO Sans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</dc:title>
  <cp:lastModifiedBy>광민 송</cp:lastModifiedBy>
  <cp:revision>2</cp:revision>
  <dcterms:created xsi:type="dcterms:W3CDTF">2006-08-16T00:00:00Z</dcterms:created>
  <dcterms:modified xsi:type="dcterms:W3CDTF">2025-11-12T08:59:53Z</dcterms:modified>
  <dc:identifier>DAG4d4znTqg</dc:identifier>
</cp:coreProperties>
</file>